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9.xml" ContentType="application/vnd.ms-office.webextension+xml"/>
  <Override PartName="/ppt/webextensions/webextension10.xml" ContentType="application/vnd.ms-office.webextension+xml"/>
  <Override PartName="/ppt/webextensions/webextension5.xml" ContentType="application/vnd.ms-office.webextension+xml"/>
  <Override PartName="/ppt/webextensions/webextension3.xml" ContentType="application/vnd.ms-office.webextension+xml"/>
  <Override PartName="/ppt/webextensions/webextension7.xml" ContentType="application/vnd.ms-office.webextension+xml"/>
  <Override PartName="/ppt/webextensions/webextension4.xml" ContentType="application/vnd.ms-office.webextension+xml"/>
  <Override PartName="/ppt/webextensions/webextension6.xml" ContentType="application/vnd.ms-office.webextension+xml"/>
  <Override PartName="/ppt/webextensions/webextension8.xml" ContentType="application/vnd.ms-office.webextensio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4" r:id="rId6"/>
    <p:sldId id="263" r:id="rId7"/>
    <p:sldId id="262" r:id="rId8"/>
    <p:sldId id="261" r:id="rId9"/>
    <p:sldId id="260" r:id="rId10"/>
    <p:sldId id="25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327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6F0D4-94CB-D616-58E9-57A683C7A1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45CDA8-F68F-B761-78E2-E1859629D3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DB8F3-AFAE-813B-3601-7CF209851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F123F-CB3C-4FE2-AD96-16ABF798F97D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24F03-9C97-6828-AAB6-89498383A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303EF-18A4-5306-5011-A27275CBB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70EBA-61A3-4F82-AEE0-D0745FA5C7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40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C1CEB-0CDB-DD10-1C57-60A1F5651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8F32B-DF6E-5B8B-E5E4-15F1B1A2A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8C9D1-F335-39E4-FBA7-5FCD1FBBE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F123F-CB3C-4FE2-AD96-16ABF798F97D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6B42-2F4D-6BE4-7DEC-1855B79AB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2E36D-5828-BF00-3DCB-1B603E15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70EBA-61A3-4F82-AEE0-D0745FA5C7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128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21C61-A4EE-DC9C-7BE5-FC9552436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BA2E0-5914-68B1-189D-5714291E4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4F651-93BF-07FE-FCC6-15FF4B55F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F123F-CB3C-4FE2-AD96-16ABF798F97D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7E088-76BB-EA20-FFAC-9C405F4EB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CC0A2-EEE0-48D5-C5FC-67FC5C16F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70EBA-61A3-4F82-AEE0-D0745FA5C7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771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116A3-7DCF-5F08-D2C9-DF5B6D919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BC393-8C2C-A86D-06AA-E7C24A2A56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94B0F0-AEE3-4101-1B6B-798CCC6F52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B875A-E566-6132-6C34-C697592FE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F123F-CB3C-4FE2-AD96-16ABF798F97D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9A8AA8-FB28-2FAD-04CD-30D37FF59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226248-9D14-7CF4-A334-B27126F15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70EBA-61A3-4F82-AEE0-D0745FA5C7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7189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19EC2-3E51-E4E2-27C4-A990D20C6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74383-C7EE-A3A7-D508-C05D1FD3F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578E5D-C717-8CA5-CD72-614ABEA1F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4169B3-32BE-FFD3-B6F8-EDBF58AC6B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46EB9B-EF98-0D05-6DD9-7EFF58F5D1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6241EE-B943-E099-0B74-E8F4B7B45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F123F-CB3C-4FE2-AD96-16ABF798F97D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1CC6-77D8-1217-1108-AD9B236FC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427113-B8B3-F13B-4638-6BE0E9505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70EBA-61A3-4F82-AEE0-D0745FA5C7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7567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DD81C-E81C-3328-E3E6-28B123B44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3CB-330E-6208-BC2B-9AC610828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F123F-CB3C-4FE2-AD96-16ABF798F97D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19A59E-4831-8D4E-C7B3-C7283F4D9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CD3E88-2C9E-C682-5194-756552BBA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70EBA-61A3-4F82-AEE0-D0745FA5C7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7768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32E6CB-0804-48E5-53B5-08C6CAA43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F123F-CB3C-4FE2-AD96-16ABF798F97D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5F5BAB-386E-BFEF-469E-E572C6F4F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7404B-BF4D-2474-86BD-E635B0B50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70EBA-61A3-4F82-AEE0-D0745FA5C7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00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4CCAF-87DC-8E6E-25E9-03D8AA150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8262E-B3CE-CCC8-62F2-95D475BF1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83734B-30FD-2EB7-D9AF-186E656EB3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F2B5CD-1D70-496B-EF40-6F22837E0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F123F-CB3C-4FE2-AD96-16ABF798F97D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C79ABB-B20A-0356-591C-82265C324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6578B-F356-EA21-A945-645870D1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70EBA-61A3-4F82-AEE0-D0745FA5C7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0325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F6FAD-0457-AFD8-69CF-3E2916402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49EC35-90DF-B85A-9091-37FFBEDEDA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81318-15C6-45BB-BC5F-AD2638DD4C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4B960E-09F6-E60C-76F5-7BC3C5CDF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F123F-CB3C-4FE2-AD96-16ABF798F97D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1EF4DD-8882-1E80-AF39-F9867B55F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EE00FA-BDB6-4331-2E9C-0A15EF285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70EBA-61A3-4F82-AEE0-D0745FA5C7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1252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9369E-0CBB-7812-AD62-4684325ED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6F794A-904B-9D71-0583-BC0883ACD5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20C6C-2951-D31A-5CD8-A25881542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F123F-CB3C-4FE2-AD96-16ABF798F97D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2CF09-95F7-AAD6-F65F-E84D5B1CC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81F6B-4C6D-9CEB-D947-AF9B74C43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70EBA-61A3-4F82-AEE0-D0745FA5C7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175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914C4D-C518-89FC-4459-E9C237C876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CE6029-4BF5-8A83-7610-EE5A0A16BC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2691-8594-3862-E55D-BCA267950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F123F-CB3C-4FE2-AD96-16ABF798F97D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88413-4B97-B794-9CEE-C95ABEAD8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A435C-FFB6-6540-E297-397F825EE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70EBA-61A3-4F82-AEE0-D0745FA5C7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5611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4D62A0-0C20-2380-0B8C-28B4B2FFC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3AF58F-A477-A9FC-B305-33AB34BA4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01C83-779A-7CF4-F72E-9F32F5F0F7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9F123F-CB3C-4FE2-AD96-16ABF798F97D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DF177-161D-F552-E1BD-A8EEB3F644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AAFAF-6804-4C1A-CAC6-4B535270E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670EBA-61A3-4F82-AEE0-D0745FA5C7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0170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B2706-0B5D-D8DC-39D8-0035CFF00C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BAC21D-7E78-08C7-F90F-290B6AF56C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57313139-22D5-6DC4-3B1E-00AD870E14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6645234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57313139-22D5-6DC4-3B1E-00AD870E144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00664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6B615-B52C-8A2A-0E5C-5491255D0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6" name="Add-in 5" title="Microsoft Power BI">
                <a:extLst>
                  <a:ext uri="{FF2B5EF4-FFF2-40B4-BE49-F238E27FC236}">
                    <a16:creationId xmlns:a16="http://schemas.microsoft.com/office/drawing/2014/main" id="{33D95B4E-474E-8294-39C2-A5D820ABA1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5362312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6" name="Add-in 5" title="Microsoft Power BI">
                <a:extLst>
                  <a:ext uri="{FF2B5EF4-FFF2-40B4-BE49-F238E27FC236}">
                    <a16:creationId xmlns:a16="http://schemas.microsoft.com/office/drawing/2014/main" id="{33D95B4E-474E-8294-39C2-A5D820ABA15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8087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4AFA4-657B-D5C7-B163-16FF122FB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0263D26B-6740-E9E7-628B-A43EB4D60E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7340003"/>
                  </p:ext>
                </p:extLst>
              </p:nvPr>
            </p:nvGraphicFramePr>
            <p:xfrm>
              <a:off x="0" y="0"/>
              <a:ext cx="12192000" cy="685799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0263D26B-6740-E9E7-628B-A43EB4D60E2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799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793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6D137-2DFA-7296-7678-00D00FC9A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CEDF8C5C-F1C3-7D34-31F9-ED1F22974FF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51482169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CEDF8C5C-F1C3-7D34-31F9-ED1F22974FF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01479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491E5-902B-2A83-C745-0F11B2E77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104D222C-DD9B-44C6-4448-B6A8C5313A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5847556"/>
                  </p:ext>
                </p:extLst>
              </p:nvPr>
            </p:nvGraphicFramePr>
            <p:xfrm>
              <a:off x="0" y="0"/>
              <a:ext cx="12192000" cy="685799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104D222C-DD9B-44C6-4448-B6A8C5313AA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799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6457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65CF9-2F5C-8B5A-6974-1F3A971D1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7A75E0BB-5B8F-B8FF-26D7-62DC526B5C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3010334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7A75E0BB-5B8F-B8FF-26D7-62DC526B5C0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2851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F5E43-F6FB-C6B9-ED63-3AEBE3420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84320948-59D6-598B-D206-F335EBE3B4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5520253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84320948-59D6-598B-D206-F335EBE3B46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67419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28B64-7DEA-41B6-EC46-D2F309411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EFE45D48-6AE1-9C26-4E88-EEA50EAB8B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9241238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EFE45D48-6AE1-9C26-4E88-EEA50EAB8BB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6820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B8C90-A3D0-6BE3-6861-25E62F0F1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932671E2-FED0-F79E-E453-99C2AB7ECA0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6543444"/>
                  </p:ext>
                </p:extLst>
              </p:nvPr>
            </p:nvGraphicFramePr>
            <p:xfrm>
              <a:off x="-1" y="0"/>
              <a:ext cx="12192001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932671E2-FED0-F79E-E453-99C2AB7ECA0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" y="0"/>
                <a:ext cx="12192001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6829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FD539-5D37-F519-4032-4C8BAFB2C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C9D419CE-40F1-A096-7147-F699951D22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9122937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C9D419CE-40F1-A096-7147-F699951D220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15332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E1FCDC66-BB24-4FC6-B95C-4ED2CD00AE60}">
  <we:reference id="wa200003233" version="2.0.0.3" store="en-US" storeType="OMEX"/>
  <we:alternateReferences>
    <we:reference id="WA200003233" version="2.0.0.3" store="WA200003233" storeType="OMEX"/>
  </we:alternateReferences>
  <we:properties>
    <we:property name="pptInsertionSessionID" value="&quot;59B655CF-B512-47DA-B7FD-D52B9F0D188D&quot;"/>
    <we:property name="reportUrl" value="&quot;/groups/4ad29180-66dd-4940-b2ce-6612945bc940/reports/e8e114b4-c81d-4249-90fc-d34cced4cfb8/5f73ff383d19ee0e3f06&quot;"/>
    <we:property name="reportName" value="&quot;PowerPointExport&quot;"/>
    <we:property name="reportState" value="&quot;CONNECTED&quot;"/>
    <we:property name="embedUrl" value="&quot;/reportEmbed?reportId=e8e114b4-c81d-4249-90fc-d34cced4cfb8&amp;groupId=4ad29180-66dd-4940-b2ce-6612945bc940&amp;w=2&amp;config=eyJjbHVzdGVyVXJsIjoiaHR0cHM6Ly9XQUJJLVVLLVNPVVRILUItUFJJTUFSWS1yZWRpcmVjdC5hbmFseXNpcy53aW5kb3dzLm5ldCIsImVtYmVkRmVhdHVyZXMiOnsidXNhZ2VNZXRyaWNzVk5leHQiOnRydWV9fQ%3D%3D&amp;disableSensitivityBanner=true&amp;storytellingChangeViewModeShortcutKeys=true&quot;"/>
    <we:property name="pageName" value="&quot;5f73ff383d19ee0e3f06&quot;"/>
    <we:property name="pageDisplayName" value="&quot;Title&quot;"/>
    <we:property name="datasetId" value="&quot;1689c48a-f064-4162-b97a-f33f55730a5a&quot;"/>
    <we:property name="backgroundColor" value="&quot;#B7BCD0&quot;"/>
    <we:property name="bookmark" value="&quot;H4sIAAAAAAAAA4VRTWsDIRD9K8XzUty4X8kxvZYSSMkl5DDujsHG1UXdkDTkv3fcDQRKoRd1ns/3Zp431ukwGLh+QI9sxdbOnXrwp5ecZczOWClr3vBCiUVbNKqsmrqp6dYNUTsb2OrGIvgjxp0OI5gkROD+kDEwZgPHVCkwATM2oA/OgtHfOJPpKvoR7xnDy2CchyS5jRAxyZ6JTjW1kL8KcoQ26jNusY0zWqpaKCUa0eVLRI5C8YpoYSZMnf1JSdKT/ZuzEbQlm4QVkOeq5RWHshT1QhYc6oQHbY/m0fDz7ed1SOHoniZMacgvsk069zuNw5EDX5ZNVRZCVjXvJJf/akW8ROkuv9UmwSfCeqS008GNMQzQ4gYs1fsbG7yjiKPGiUeRgu2we5x92t91RD9b78CMyXX6GzbZHNLyAztRuL8TAgAA&quot;"/>
    <we:property name="initialStateBookmark" value="&quot;H4sIAAAAAAAAA41Ry2rDMBD8laKzKXIV20lubekpzYOm5BJCWdvroEaWjCSHpMH/3pUdCJRCe5G0o9HM7ujCSukaBecF1Mim7MmYQw32cBeziOkrtlzO5o9vs4/F4/yFYNN4abRj0wvzYPfoN9K1oIICgdtdxECpFexDVYFyGLEGrTMalPzCgUxX3rbYRQxPjTIWguTag8cgeyQ61eQd3wtyhMLLI66x8AOaVJmoKjEWZTxB5CgqnhLNDYS+s18pQbq3fzbag9RkE7ARxHFV8JRDkojsIR9xyALupN6ra8O3t+/nJqQia5owpJF/km3Q6ToahyMHPknGaTISeZrxMuf5n1oeTz43p59qveANYTVS2uFgWu8aKHAFmurthTXWUMReYs+jSEGXWF7PNuyv0qMdrDeg2t6VPoD1HtSMzBX+k991u7B8Az3pnrw7AgAA&quot;"/>
    <we:property name="isFooterCollapsed" value="true"/>
    <we:property name="isFiltersActionButtonVisible" value="true"/>
    <we:property name="isVisualContainerHeaderHidden" value="false"/>
    <we:property name="reportEmbeddedTime" value="&quot;2025-12-28T12:17:38.620Z&quot;"/>
    <we:property name="creatorTenantId" value="&quot;fc9cc07e-089b-4368-9c23-5a6e80f993a4&quot;"/>
    <we:property name="creatorUserId" value="&quot;10032000C448CEE6&quot;"/>
    <we:property name="creatorSessionId" value="&quot;385134a6-e6b8-4bfc-9b7d-dcbd8bb55395&quot;"/>
    <we:property name="artifactViewState" value="&quot;live&quot;"/>
    <we:property name="isTitleSuggestionsDialogDismissed" value="true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CE5632E-3845-47B7-965C-595F42E6C7C6}">
  <we:reference id="wa200003233" version="2.0.0.3" store="en-US" storeType="OMEX"/>
  <we:alternateReferences>
    <we:reference id="WA200003233" version="2.0.0.3" store="WA200003233" storeType="OMEX"/>
  </we:alternateReferences>
  <we:properties>
    <we:property name="pptInsertionSessionID" value="&quot;59B655CF-B512-47DA-B7FD-D52B9F0D188D&quot;"/>
    <we:property name="reportUrl" value="&quot;/groups/4ad29180-66dd-4940-b2ce-6612945bc940/reports/e8e114b4-c81d-4249-90fc-d34cced4cfb8/3234285fd5029415e04d&quot;"/>
    <we:property name="reportName" value="&quot;PowerPointExport&quot;"/>
    <we:property name="reportState" value="&quot;CONNECTED&quot;"/>
    <we:property name="embedUrl" value="&quot;/reportEmbed?reportId=e8e114b4-c81d-4249-90fc-d34cced4cfb8&amp;groupId=4ad29180-66dd-4940-b2ce-6612945bc940&amp;w=2&amp;config=eyJjbHVzdGVyVXJsIjoiaHR0cHM6Ly9XQUJJLVVLLVNPVVRILUItUFJJTUFSWS1yZWRpcmVjdC5hbmFseXNpcy53aW5kb3dzLm5ldCIsImVtYmVkRmVhdHVyZXMiOnsidXNhZ2VNZXRyaWNzVk5leHQiOnRydWV9fQ%3D%3D&amp;disableSensitivityBanner=true&amp;storytellingChangeViewModeShortcutKeys=true&quot;"/>
    <we:property name="pageName" value="&quot;3234285fd5029415e04d&quot;"/>
    <we:property name="pageDisplayName" value="&quot;Newcastle&quot;"/>
    <we:property name="datasetId" value="&quot;1689c48a-f064-4162-b97a-f33f55730a5a&quot;"/>
    <we:property name="backgroundColor" value="&quot;#FFFFFF&quot;"/>
    <we:property name="bookmark" value="&quot;H4sIAAAAAAAAA+1ZS2/bOBD+K4YuvRgLUW/2lrpJsdi0CJJsF4sihyE1ttnIokDRTryB/3uHlLNx3MRx0rRoWvtgiMPR8JvXp7F8FZSqbSqYf4AJBq+DN1qfT8Cc91jQD+pOxiLgMecsB14WxRAymQLt6sYqXbfB66vAghmh/ajaKVTOEAk/nfUDqKojGLnVEKoW+0GDptU1VOo/7JRpy5opLvoBXjaVNuBMnliw6MzOSJ3WDsIfMZ0I0qoZnqC0nTSO4iQq0mGZhhFPWIphUpJa2yl4ZHeqkHyoKkvW3aWY7182hhBfXTscIRSRCDkPEy6GBYYpF2TXzhu3u1fOoJboTuqsOCMfr6FG/eDA6Ik3t4ypJM392io7p8UAKqxLMCQ79fbCBUXqnzEa9PcMdF2qzj+3mDRgVLu++kvV5EXYDw5xaLutajrxSs4XbNulgRM9NRKPcXiz8IAWFPEjoykfHtS/SICc7FiNxt7goSLHoPKuQTX1UQmj9JC06HPWJWzloK0AfB2E+3CM9cXAIJUBuckW/f8zU8QMGRRDjECKCDOeReVNZgZ0w0gbJQn4twE8NSDPsdyfYW3bdZRe2vPJ3YQ1F2EqIIOMJSkDjLNSZPdh3a6Q7Goh3Ya4TTX9ueZ+u1R5TOnY9WAcavKgtze1Y3KGJAsHwJeMM//pzkp69QEvJLS2wldO/+wZKmpjwr7GuJ41d/zMMxJFzIKql9wACee5FELkRZoACBaz9EH6CPkQk5zLIuUYDlNeIIpvSzysJn5vhO+MnjaqHv24vMN6TN9RA6PZLt0HOIFlrvv3qLx/SOFvcqiVlW6xfLaiuRXJ+/y7o8F/GroJV9CsPJZuQ3mP0E4NbovlCIxVUjX+UbyO5RhHqqXkYNk7ULVqx64JNqF6vhhtShbt9fzmHVhckbR0U7UcOfxg4a+6zgkaNdP2FESFbqgRn2l6cI1Nt2lDJfBm7tvlrTLXcwc16P6PjrBrs278Id3PKwPOsb54RD8/oeLo4M70U47ZNmmum/sBl1EoUpmynBgzSspCMrlj2x3b7th2I9s+yHClrqd2MKajXiLDLRM//74s5wkoC4ly4pCGPVmIJJQsBLEjoN+YgH7Wln9xtPg4KLbz/VS5V0lrSLqtntt7ChdW9NvuxHpPO0wDPRH6dyTH7YPckSOTvACeJblIuYizhMf5w6/SduT465Ij25Hjo8jxBfwWtgapPpuXyISdz99/RmSSQcpiEUcZEWCWR0wWzuDmuOKlFfrydlydtUTSmJljGJUipy+GCOyp1rzBG0kwQTPyudBT2zYg8QjqjhKbzkOFXo8qEajBy+W1Z+A7aMf/h3P9/p8+XwCwhV1aOxoAAA==&quot;"/>
    <we:property name="initialStateBookmark" value="&quot;H4sIAAAAAAAAA+1ZbW/aSBD+K8hf+gWdvH7D7jfKkeqUl0Yk19Opik6z6wG2MV5rvZDQiP9+s2tyIZQQkqZVc4UPyDs7nn3m7WGwb7xc1lUB8xOYoPfWe6fU5QT0ZYt5ba9cyj58ODzuDg7/Oeke90msKiNVWXtvbzwDeoTmo6ynUFgLJPx00fagKE5hZFdDKGpsexXqWpVQyC/YKNOW0VNctD28rgqlwZo8M2DQmp2ROq3pbPZbSCeCMHKGZyhMIw2DMArSeJjHfpBFLEY/ykmtbhQcso0qJB/KwpB1e8nn/etKE+KbW08DhDTgfpb5UcaHKfpxxsmumVd2t5vPoBRoT2qsWCMfb6EGbe9Aq4kztwymIM1+aaSZ06IHBZY5aJKdO3v+giL11xg1unt6qsxl459dTCrQsl5fHcqSvPDb3hEOTbNVTCdOyfqCdb00cKamWuAAh3cLB2hBET/VivLhQP2NBMjKBnI0dgaPJDkGhXMNiqmLih/ER6RFn4smYSsH7QTg6yA8hGOsrnoaqQzITbZo/5eZNGTIIB1iAIIHmGRJkN9lpkc3jJSWgoB/G8BzDeIS8/4MS1Ovo3TSlkvuNqwd7sccEkhYFDPAMMl58hDW3QrJrBbSfYi7VNMfa+7XS5WnlI5ZD8aRIg9a3akZkzMkWVgArmSs+U8bK+nNCV4JqE2Bb6z+xQtU1NaEfY1xPWv2+JljJIqYAVkuuQGiLOsIznknjSMAzkIWP0offjbEqJOJNM7QH8ZZisi/LfGwmvjuCN9rNa1kOfpxeYf1mL6nBka9W7oPcALLXLcfUDl+TOFPcqgWhaoxf7GiuRfJh/zb0OA/Dd34K2hWfpbuQzlGqKcad8VyCtpIISv3U7yOZYAjWVNyMG8dyFLWY9sE21C9XIy2JYv2Wm5zAxZbJDXdVCxHDjdYuKumc7xKzpQ5B16gHWr4Z5oebGPTbUpTCbybu3b5XerbuYMatP+jI2zbrBl/SPfzyoAzUFdP6OdnVBwd3Jh+zjG7Js12c9vLRODzWMSsQ4wZRHkqmNiz7Z5t92y7lW0fZbhclVPTG9NRr5Hhlomff1+WcwSU+EQ5oU/Dnkh55AvmA98T0C9MQD9ry786WnwaFNP4fi7to6Q1JM1Wy+49hwsL+m93ZpynDaaemnD1K5Lj7kFuyJGJLIUsiTo8zniYRFnYefxR2p4c/7/kyPbk+CRyfAX/hY1Gqs/qNTJh4/P3nxGZYBCzkIdBQgSYdAImUmtwe1zx2nB1fT+u1lokaMzsoB/kvENfDBHYc605g3cSb4J65HKhpqauQOAplA0lVo2HEp0eVSJQg+fLa8fAG2jHvcPx3CGERtrnJdtvsG92bt8X0OdfqvslIGQaAAA=&quot;"/>
    <we:property name="isFooterCollapsed" value="true"/>
    <we:property name="isFiltersActionButtonVisible" value="true"/>
    <we:property name="isVisualContainerHeaderHidden" value="false"/>
    <we:property name="reportEmbeddedTime" value="&quot;2025-12-28T12:19:34.450Z&quot;"/>
    <we:property name="creatorTenantId" value="&quot;fc9cc07e-089b-4368-9c23-5a6e80f993a4&quot;"/>
    <we:property name="creatorUserId" value="&quot;10032000C448CEE6&quot;"/>
    <we:property name="creatorSessionId" value="&quot;9ef28381-0a58-4000-98c1-523e095ef962&quot;"/>
    <we:property name="artifactViewState" value="&quot;live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F0F0BA3A-EDE2-407A-B955-D3A4DB48FC0D}">
  <we:reference id="wa200003233" version="2.0.0.3" store="en-US" storeType="OMEX"/>
  <we:alternateReferences>
    <we:reference id="WA200003233" version="2.0.0.3" store="WA200003233" storeType="OMEX"/>
  </we:alternateReferences>
  <we:properties>
    <we:property name="pptInsertionSessionID" value="&quot;59B655CF-B512-47DA-B7FD-D52B9F0D188D&quot;"/>
    <we:property name="reportUrl" value="&quot;/groups/4ad29180-66dd-4940-b2ce-6612945bc940/reports/e8e114b4-c81d-4249-90fc-d34cced4cfb8/e4a6c5f1012af9b4d5ba&quot;"/>
    <we:property name="reportName" value="&quot;PowerPointExport&quot;"/>
    <we:property name="reportState" value="&quot;CONNECTED&quot;"/>
    <we:property name="embedUrl" value="&quot;/reportEmbed?reportId=e8e114b4-c81d-4249-90fc-d34cced4cfb8&amp;groupId=4ad29180-66dd-4940-b2ce-6612945bc940&amp;w=2&amp;config=eyJjbHVzdGVyVXJsIjoiaHR0cHM6Ly9XQUJJLVVLLVNPVVRILUItUFJJTUFSWS1yZWRpcmVjdC5hbmFseXNpcy53aW5kb3dzLm5ldCIsImVtYmVkRmVhdHVyZXMiOnsidXNhZ2VNZXRyaWNzVk5leHQiOnRydWV9fQ%3D%3D&amp;disableSensitivityBanner=true&amp;storytellingChangeViewModeShortcutKeys=true&quot;"/>
    <we:property name="pageName" value="&quot;e4a6c5f1012af9b4d5ba&quot;"/>
    <we:property name="pageDisplayName" value="&quot;Page 2&quot;"/>
    <we:property name="datasetId" value="&quot;1689c48a-f064-4162-b97a-f33f55730a5a&quot;"/>
    <we:property name="backgroundColor" value="&quot;#DDD4F2&quot;"/>
    <we:property name="bookmark" value="&quot;H4sIAAAAAAAAA+1Y227jNhD9FUNAsS9GQVESJeUtcS5om26DJE1bFPswIkc2N7IkUHIaN/C/dyg62dixE28uC2dRPxjiRcMz58yQQ914Sjd1AdOPMEZvx9urqssxmMue7/W90vXlIk+4isNcxEGIYcZTH2i0qltdlY23c+O1YIbYXuhmAoU1RJ1/f+p7UBQnMLStHIoG+16NpqlKKPS/6CbTUGsmOOt7eF0XlQFr8qyFFq3ZK5pObYLg/xjQiiBbfYVnKFvXiyEIGeU+8znkaRaqKLPAGjehQ7ZyCvXnumjJun3MpgfXtSHEN7cOSxSBn6EI8zBBziRynpHddlrb0QGhG1ZGSyio0xmydi5u0fK+d2iqcWdxTmtLMw/KVrdTapwbkJeoDq6wbBsaOO/sshkx9scIDXYvDqpSaefnjfdT929hYtM417opxWS8NGJbZ9XESDzF/EujgzAjmk9MRSJ0MLr1ex3AmV37AopJpxyZPtbkFPln3bLdNP3Dz9iMCVRvH0v8YF/5NKM/J9291TdCtYaLxxD2vVH1z8Agsa+8HX/Wv5Mr4BHEAmMeJwIDrjAJoi9y7aorKCW9s6lW8r5WAyiwVGA2kmlQjWswullu/aJLgsz63jHm7cYc3Sknl3n5CwmQ7TvVw1FncIVenPHomGa9gkh3JKzDsaiMXe6qS29ipwVdzhONRXGSRBincYYsiJGyK3gyF0UahJkM08jnKUvjII8y9rJchPv67g7xyFSTWpfDzVLxY9U+pO018hOW2T0iztFslJvlpCi6iWtS93dyoJFF1aC6y9yXh8UCd+vALwYHs2n7MDEXUfyK0EwMbgrjBEyrpa67s2MZxykOdUOEoOod6lI3Ixtoz0L1ddy0brVzbQ/DJUxuqGfHVkCxqjREaTE/IruDsHtywenJYuI8cogGI/LfHsfZZzr3bBaRgcoQ+3vTLgz3tbk9MSkbDr411TZ83cFNcz/fO5rnuTvdPFeewa6N9L7n59KHjMVAu0/MfZ/lkluDj/Ksx1S7LBJrbVEtkYNkPMGUiZzHDDOxfhfbwlh/OsDAqPnQNodVJ2yMKlM8yJVMRSYhZTluhxi7RfE9qbDsjqM/ErmfRoAyyCSPkjRK40eq629Mv6spdy+ObCFWoOX9e5BhpVtOjjC2qRBKoSLus0QyptiWyEFXOdpNn33kbZsIK3IBsyBWGWc+piHPc8Z89kh1+8rk7+/+uYzygk7UssX3svs85YEjOQhCP00kQBYFAQvCRAR8OyL8NxvhFBjzSO9Rcdw7MqCw98O74P8FzjlpVIiQ5UEogEeS6iKBIn2yxmrxus2q64dVlgyFYGGYZsDDUCAPwG1lj1prRlCvqNhEJGOuBA94EgMiBhDlT947D7vBTAr0lWSpYFRBhrlSMvr/9rnm9rkVt8pFTd4KiEsAGnw3N9zNr5V7YL7mTukvbzxvw/JbXCM3XdsF9uw+H94YzbATsJq0TQ0ST6B0CVs7IxrdB+jrGiho1fy52x9W5FD3gfz2ax39/gOmJUlBmBcAAA==&quot;"/>
    <we:property name="initialStateBookmark" value="&quot;H4sIAAAAAAAAA+1Y227jNhD9FUNAsS9GQVE3K2/OFW2uSNK0RbEoRuTI5kaWBEpO4wb+9w5JJxs7TuLNZeEs6gdDvGh45pwZcqgbT6qmLmByBCP0NrzNqrocgb7s+F7XK2d9x8f7h/3T/b+P+oc71F3VrarKxtu48VrQA2wvVDOGwligzr8+dz0oihMYmFYORYNdr0bdVCUU6l90k2mo1WOcdj28rotKgzF51kKLxuwVTac2re3/HNCKIFp1hWcoWteLIcQiyn3mc8jTLJRRBjStcRMssqVTqD9XRUvWzWM22bmuNSG+ufVUYBz4GcZhHvaQM4GcZ2S3ndRmdIvQDSqtBBTU6QwZOxe3aHnX29XVyFqc8dnSzJ2yVe2EGucaxCXKnSss24YGzq1dNiXGfh+iRvviVlVK5fy88X6x/wYmNo1zzU4pxqOFEdM6q8Za4CnmXxsWwpRoPtEViWBh2PU7FuDUrH0BxdgqR6YPFDlF/hm3TDdN//QrNiMC1dnGEj+ZVz5P6c9Jd2/1lVA9wsVTCLvesPpnSyOxL70Nf9q9kyvgESQxJjzpxRhwib0g+ipXX15BKeidVbUS97XaggJLCXolmbaqUQ1aNYutfVUSZNb1DjBvV+boTjmxyMufSIBM36kaDK3BJXpxxqMDmvUGIt2R8BiOeWXMclc2vYmdFlQ5SzQWJb1ehEmaZMiCBCm7gmdzMU6DMBNhGvk8ZWkS5FHGXpeLcF/f/gD3dDWuVTlYLRWPqvYhbW+Rn7DI7h5xjnql3CzHRWEnPpK6v5EDjSiqBuVd5r4+LOa4ewz8fHAwk7YPE3MexSFCM9a4KowT0K0SqrZnxyKOUxyohghB2dlVpWqGJtBehOrbuGndaufKHIYLmNxQx4wtgWJUaYjSYnZE2oPQPrng9EQxdh45RFtD8t8cx9kXOvdMFpGBShP7mxMbhttK356YlA0735tqE77u4Ka5X+4dzbPcnayeKy9g10R61/Nz4UPGEqDdJ+G+z3LBjcEneVYjql3miTW2qJbIQTDew5TFOU8YZvHju9gaxvrzAQZazobWOayssAnKTPIglyKNMwEpy3E9xOgXxY+kwqI7jv4ozv00AhRBJnjUS6M0eaK6/s70u5qyf7FnCrECDe8/ggxL3XJyhIlJhVDEMuI+6wnGJFsTOegqR7vpi4+8dRNhSS5gFiQy48zHNOR5zpjPnqhu35j87f4fiygv6EQtW/wou89zHjiSgyD0054AyKIgYEHYiwO+HhF+bCKcAmMW6R0qjjt7GiR2fvoQ/L/COSeNDBGyPAhj4JGguijGOH22xmrxus2q64dVlgjjmIVhmgEPwxh5AG4re9JaM4R6ScUWRyLhMuYB7yWAiAFE+bP3zl07mIkYfSlYGjOqIMNcShH9f/t85Pa5FrfKeU3eC4hLABr8MDfc1a+Vm6C/5U7pL24878Pye1wjV13bBfb0Ph/eCPXACliN26YGgSdQuoStnRGF7gP0dQ0UtHL2bPeHJTlkP5B7dhFSRWUFPvOC+Wx++3WPfv8BL5vRdMEXAAA=&quot;"/>
    <we:property name="isFiltersActionButtonVisible" value="true"/>
    <we:property name="isVisualContainerHeaderHidden" value="false"/>
    <we:property name="reportEmbeddedTime" value="&quot;2025-12-28T12:19:55.888Z&quot;"/>
    <we:property name="creatorTenantId" value="&quot;fc9cc07e-089b-4368-9c23-5a6e80f993a4&quot;"/>
    <we:property name="creatorUserId" value="&quot;10032000C448CEE6&quot;"/>
    <we:property name="creatorSessionId" value="&quot;e10002a8-c3e8-41a8-b09d-dacb3689fcaf&quot;"/>
    <we:property name="artifactViewState" value="&quot;live&quot;"/>
  </we:properties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2299DDDB-6BA0-4B97-AB4B-BA91D63B4488}">
  <we:reference id="wa200003233" version="2.0.0.3" store="en-US" storeType="OMEX"/>
  <we:alternateReferences>
    <we:reference id="WA200003233" version="2.0.0.3" store="WA200003233" storeType="OMEX"/>
  </we:alternateReferences>
  <we:properties>
    <we:property name="pptInsertionSessionID" value="&quot;59B655CF-B512-47DA-B7FD-D52B9F0D188D&quot;"/>
    <we:property name="reportUrl" value="&quot;/groups/4ad29180-66dd-4940-b2ce-6612945bc940/reports/e8e114b4-c81d-4249-90fc-d34cced4cfb8/43156c9948b380da3610&quot;"/>
    <we:property name="reportName" value="&quot;PowerPointExport&quot;"/>
    <we:property name="reportState" value="&quot;CONNECTED&quot;"/>
    <we:property name="embedUrl" value="&quot;/reportEmbed?reportId=e8e114b4-c81d-4249-90fc-d34cced4cfb8&amp;groupId=4ad29180-66dd-4940-b2ce-6612945bc940&amp;w=2&amp;config=eyJjbHVzdGVyVXJsIjoiaHR0cHM6Ly9XQUJJLVVLLVNPVVRILUItUFJJTUFSWS1yZWRpcmVjdC5hbmFseXNpcy53aW5kb3dzLm5ldCIsImVtYmVkRmVhdHVyZXMiOnsidXNhZ2VNZXRyaWNzVk5leHQiOnRydWV9fQ%3D%3D&amp;disableSensitivityBanner=true&amp;storytellingChangeViewModeShortcutKeys=true&quot;"/>
    <we:property name="pageName" value="&quot;43156c9948b380da3610&quot;"/>
    <we:property name="pageDisplayName" value="&quot;Page 3&quot;"/>
    <we:property name="datasetId" value="&quot;1689c48a-f064-4162-b97a-f33f55730a5a&quot;"/>
    <we:property name="backgroundColor" value="&quot;#F9F9F9&quot;"/>
    <we:property name="bookmark" value="&quot;H4sIAAAAAAAAA+1WS2/bMAz+K4EuvRiDHcev3tI0LTZsQ7AWGYahB1qiE7V+QVayZEH++yjZWdusj6xDD8N2MSSKIj+Sn2humJBNncP6IxTIjtlJVd0UoG56HnNY2cpE4qPrh+iLBOJA9Ade5tNpVWtZlQ073jANaoZ6KpsF5MYQCb9eOQzyfAIzs8sgb9BhNaqmKiGX37FVpiOtFrh1GK7qvFJgTF5o0GjMLkmd9gTBe2M8AtdyiRfIdSsd+F4Q8iQZxKkfuwL80HNJrWkVLLIHVUieyVyTdbNM1+NVrQjxZhdw5mEkOMd+krgpBc+DvkmHXtfmdEToZpWSHHIStoaMnekObd9hZ6oqrMUurZo0x6WWek2bSwX8BsV4iaVu6ODS2nW3lLHPc1RoL46qUsg2zg17a78GJjZNG5pVyRfF3onZXVQLxfETZrcbC2FLaZ6oiopgYVj/PQtwa3xPIV/YypHp95KCovhMWEZM6kfvsCkIVO8USzwyV6629GlLd8f7QageycVTCB02r76NFFL2BTv2rOelJRGlSoMsu3JiEkWhz2MhMIn7AzcVkTDyRpazvKOdJZddtblnGlc6rVaG1ek10cdY2hqfHsShBxBg5LuxyDyBUfqsNVkQ63+1FeAgdGPC1gfhJRhj4kaPc7Fj21AsoeQU8n6eh7OZwhnsKDL+gyI8kX0rPFuU3ZML9uvgbp3nof4emhHkWApQ+3i+YCe779/w4MlqcOt9NAel79eENkqgOlnbfJ9KtWssnvMK6ezgm5fW9jE6u77Tqbq2sj78aR+asSvLPj/JeOQFPA5THmCaZRzCl7PvA0KzUPhc8+FzLIDs0PPC0qrc6YPUyCsDe72Pezg9753JUjZzA+w/5f5WyqX0Cw14EIHwE8wgdrPYfznlXrWkB1DqMMr/BDCh4ksu67ZD7zOcRhv6R/SG5y+hF5DuP04uy6/b2FmBNIGaRbXQTQ0cJ1C2g1Td3pfYTgerGkqBolvbwe2BYcfOq8y6sd5+AAdrGsUnCwAA&quot;"/>
    <we:property name="initialStateBookmark" value="&quot;H4sIAAAAAAAAA+1WTW/bMAz9K4EuvRiDHcex3VuapsXW9QNtkWEYioGW6EStYxuykiUL8t9Hyc7aZm2Tdehh2C6GRFHkI/lEc8mErMoMFmcwQbbPDoribgLqruUxh+WN7Pz85LR3efL1rHc6IHFRalnkFdtfMg1qhHooqylkxgIJv9w4DLLsAkZml0JWocNKVFWRQya/Y61MR1pNceUwnJdZocCYvNKg0ZidkTrtybf3ziePwLWc4RVyXUs7vhd0eRx3osSPXAF+13NJraoVLLInVUieykyTdbNMFoN5qQjxch1p6mEoOMd2HLtJ7CMP2iYPelGa0z6hGxVKcshIWBsydoZrtG2HHaliYi02+dSkOci11AvaXCvgdygGM8x1RQfX1q67oox9GqNCe7Ff5ELWcS7Ze/s1MLGq6tCsSjadbJyY3VUxVRwvMb3fWAgrSvOFKqgIFob137IAV8b3ELKprRyZ/igpKIrPhGXEpL73AasJgWodYo575srNij516R543wnVM7l4CaHDxsW3vkLKvmD7nvU8sySiVGmQeVNOjMOw6/NICIyjdsdNRCiMvJL5KGtoZ8llV3Xumca5Toq5YXVyS/QxllbGpwdR1wMIMPTdSKSewDDZak1OiPW/2gqw03UjwtYG4cUYYeyGz3OxYVtPzCDnFPJmnnujkcIRrCky+IMivJB9Kzya5s2TCzbr4K6c7VB/D00fMswFqE08n7GRPfZvePBiNbj13h+D0o9rQhslUB0sbL4PpVo3Fs95g3Q28M1Lq/sYnd0+6FRNW1ns/rR3zdiNZZ8fpzz0Ah51Ex5gkqYcuq9n3ylCNVW4rfnwMU6A7NDzwtyqPOiD1MgLA3uxibs3PG4dyVxWYwPsP+X+Vsol9AsNeBCC8GNMIXLTyH895d60pDtQajfK/wRwQcWXXJZ1h95kOI029I9o9Y5fQy8g3X+cXJZf97GzCdIEahbFVFclcLyAvB6kyvq+xHo6mJeQCxTN2g5uTww7dl5l1gllXiYZbrlgplhmYVl0PwCGRuehUAsAAA==&quot;"/>
    <we:property name="isFiltersActionButtonVisible" value="true"/>
    <we:property name="isVisualContainerHeaderHidden" value="false"/>
    <we:property name="reportEmbeddedTime" value="&quot;2025-12-28T12:20:24.985Z&quot;"/>
    <we:property name="creatorTenantId" value="&quot;fc9cc07e-089b-4368-9c23-5a6e80f993a4&quot;"/>
    <we:property name="creatorUserId" value="&quot;10032000C448CEE6&quot;"/>
    <we:property name="creatorSessionId" value="&quot;386282ee-6239-4716-a802-bd84f162bed4&quot;"/>
    <we:property name="artifactViewState" value="&quot;live&quot;"/>
  </we:properties>
  <we:bindings/>
  <we:snapshot xmlns:r="http://schemas.openxmlformats.org/officeDocument/2006/relationships"/>
</we:webextension>
</file>

<file path=ppt/webextensions/webextension5.xml><?xml version="1.0" encoding="utf-8"?>
<we:webextension xmlns:we="http://schemas.microsoft.com/office/webextensions/webextension/2010/11" id="{3C3D5D03-C5D9-4909-9B66-32750090A04D}">
  <we:reference id="wa200003233" version="2.0.0.3" store="en-US" storeType="OMEX"/>
  <we:alternateReferences>
    <we:reference id="WA200003233" version="2.0.0.3" store="WA200003233" storeType="OMEX"/>
  </we:alternateReferences>
  <we:properties>
    <we:property name="pptInsertionSessionID" value="&quot;59B655CF-B512-47DA-B7FD-D52B9F0D188D&quot;"/>
    <we:property name="reportUrl" value="&quot;/groups/4ad29180-66dd-4940-b2ce-6612945bc940/reports/e8e114b4-c81d-4249-90fc-d34cced4cfb8/2f50bb1647aa370d56cd&quot;"/>
    <we:property name="reportName" value="&quot;PowerPointExport&quot;"/>
    <we:property name="reportState" value="&quot;CONNECTED&quot;"/>
    <we:property name="embedUrl" value="&quot;/reportEmbed?reportId=e8e114b4-c81d-4249-90fc-d34cced4cfb8&amp;groupId=4ad29180-66dd-4940-b2ce-6612945bc940&amp;w=2&amp;config=eyJjbHVzdGVyVXJsIjoiaHR0cHM6Ly9XQUJJLVVLLVNPVVRILUItUFJJTUFSWS1yZWRpcmVjdC5hbmFseXNpcy53aW5kb3dzLm5ldCIsImVtYmVkRmVhdHVyZXMiOnsidXNhZ2VNZXRyaWNzVk5leHQiOnRydWV9fQ%3D%3D&amp;disableSensitivityBanner=true&amp;storytellingChangeViewModeShortcutKeys=true&quot;"/>
    <we:property name="pageName" value="&quot;2f50bb1647aa370d56cd&quot;"/>
    <we:property name="pageDisplayName" value="&quot;Page 4&quot;"/>
    <we:property name="datasetId" value="&quot;1689c48a-f064-4162-b97a-f33f55730a5a&quot;"/>
    <we:property name="backgroundColor" value="&quot;#FFFFFF&quot;"/>
    <we:property name="bookmark" value="&quot;H4sIAAAAAAAAA+1XS2/bOBD+K4YuvQgLvR+9pU5a7G52ESRFi6LIYUSObDaUKJC0N97A/71DymkSO3VcNGgXi+rEx3Dmm/mGM9RNwIUZJKz+hg6Dl8Erpa460FeTOAiDflzDIspyViQty5Ky5FVWNAXtqsEK1Zvg5U1gQc/QvhNmAdIposWPl2EAUp7BzM1akAbDYEBtVA9S/IujMG1ZvcB1GOD1IJUGp/LCgkWndkniNCcI8W8pWQRmxRIvkNlxNWnzqGniIisB0jLiecE4iZlRwCN7VITWWyEtaXfDZnVyPWhCfHPrcIJQJU1U11FWN22FUV43pNeuBrd7xJfQM3SWRi1OybtbqEkYvNaq8+o2MWUkedJbYVc0mYLEnoOmtbdeX7SmSL2fo0Z/Zqp6Lkb/3KQbQAuzPftT9ORFFAan2NpxSy46L+R8QWM2Ci7UQjM8x/Zu4gGtKeJnWhEfHtQHJEBu7VzM5l7hqSDHQHrXQC58VKIkPyUp+i5Hwu4ZOgjAbhC+hmOu/plqpDQgN+N1+IWZKo0xhqrFBFiTYFEXCb9jZkoHZkoLRsAPJcfeJ+etBnaF/GSJvTUHMfT7ls9mI/ItdNjtMHj7Ew9w7Wx7Bpzmj48S8+IPNB2Bmhxjjy/ckctn4OhhLPYh3KbLWV76602hsiD6zUXLYxaXZQZVmUADeZ7lPHvyLmZ5WaRJ0eRZ22CFeV5m9S/G/2OM0wXdLY7fA2UPhh3z0SHm/0IwC41PEcTm2IFredcWey9yL1eo8ShXtVbbuAZmJ+c4E4aIItu7AB0zRvQzuWl7vrn50ZhvgaRLMp2Ddrmpmk/UwNx1oFNKc9SvVj7HjoW+bX1xuOXGc4bXJeDYamnz071murltq8Mz/kCLLnvDgKVVnRdY8jzhUZqVBU9rp2Rv5CxR1ajrh3Fz2uIcMkbVJimQlWlJjYOa+FPVhvOyxLot0iqOY2hZVbbs+6qNeZBBi44eV6sLlBsif1TB2Yn8MRqmhX/BHVZxjmY4eaOBP1+52QnGXoj/15Lzxf4Z3X7BxACPxeJIyslr0Qszd6n70+HcFbu9qA4qe/Tad11nJIueuI36lkKYbBfCH+Dmz6mPvqjdhSTokP653EAtrBmA4Rn0Y/UYRgUCvRxlAfQc+Wasv/K6939ot697+j4DxcDZhBkOAAA=&quot;"/>
    <we:property name="initialStateBookmark" value="&quot;H4sIAAAAAAAAA+1X32/bOAz+VwK/7MUY/Nvx3rK0O+zabkU7bBiGYqAlOtFqW4ak5JoV+d9Hye7aJl2aYcV2OJyfLIkiP/KjSOna40J3NazeQIPeC++llJcNqMtR6PleO8y9fXt0Mjk7+vxmcnJI07IzQrbae3HtGVAzNO+FXkBtNdDkpwvfg7o+hZkdVVBr9L0OlZYt1OIr9sK0ZNQC176HV10tFViV5wYMWrVLEqcx2Q6fx2QRmBFLPEdm+tmoSoOyDLMkB4jzgKcZ4ySmewGH7EERmq9EbUi7/S1Xh1edIsTXN55GCOOoDIoiSIqyGmOQFiXpNavOrk74ElqG1lKvxSp5fwM18r1XSjZO3RBMRpKHrRFmRYMp1NhyUDT3zukL1hSpD3NU6PZMZctF758dNB0ooTdHR6IlLwLfO8bK9Ev1onFC1hfUelBwLheK4RlWtwMHaE0RP1WS+HCgPiIBsnNnYjZ3Co8FOQa1cw3qhYtKEKXHJEXfRU/YHUN7AdgOwo9wzOU/U4WUBuRmuPa/MzOOQwxhXGEErIwwK7KI3zIzpQ0zqQQj4PuSY+6S804Bu0R+uMTW6L0Yer3hsx5EfoYOsxkGZ3/kAK6tbceA1fzpQWKe/Y26IVCjA2zxmd1y8QQc3Y/FLoSbdFnLS3e8KVQGRDsctDRkYZ4nMM4jKCFNk5Qnj57FJM2zOMrKNKlKHGOa5knxP+P/MsbpgG4Xx1+BsgPDlvlgH/MnCHqh8DGC2BwbID14ZbB1IndyhRqPtFVrtYmrY2Z0hjOhiSiyvQ3QMqNFO6uHtueam/vr882r6ZBM56BsbsryCzUwexxol1Qc1cuVy7EDoW5aX+hvuPGU4bUJ2LdaWvxyp5kOp221f8bvadFmr++xeFykGeY8jXgQJ3nG48Iq2Rk5Q1SV8up+3Ky2MIWEUbWJMmR5nFPjoCb+WLXhPM+xqLJ4HIYhVGycV+zXqo2+l0GLhm5Vq3OsByJ/V8HZivwBaqaEu8HtV3EmMxz9pYA/XbnZCsZOiP/VkvPd/imdfsFEBw/FYlLXo1eiFXpuU/ePw7ktdjtR7VX26LZvu05PFl1xS/kzhTDaLIS/wc0/Ux9dUbsNidcgvbnsj1wY3QHDU2j76tH1CgQ6OcoCaDny4V/94HbvXmieM0IUibLGRzbYd9vNa4C+b5zGwRBCDgAA&quot;"/>
    <we:property name="isFiltersActionButtonVisible" value="true"/>
    <we:property name="isVisualContainerHeaderHidden" value="false"/>
    <we:property name="reportEmbeddedTime" value="&quot;2025-12-28T12:20:47.423Z&quot;"/>
    <we:property name="creatorTenantId" value="&quot;fc9cc07e-089b-4368-9c23-5a6e80f993a4&quot;"/>
    <we:property name="creatorUserId" value="&quot;10032000C448CEE6&quot;"/>
    <we:property name="creatorSessionId" value="&quot;132181a8-b1c6-4b75-8d77-f57e34067560&quot;"/>
    <we:property name="artifactViewState" value="&quot;live&quot;"/>
  </we:properties>
  <we:bindings/>
  <we:snapshot xmlns:r="http://schemas.openxmlformats.org/officeDocument/2006/relationships"/>
</we:webextension>
</file>

<file path=ppt/webextensions/webextension6.xml><?xml version="1.0" encoding="utf-8"?>
<we:webextension xmlns:we="http://schemas.microsoft.com/office/webextensions/webextension/2010/11" id="{876BA4D6-1ADB-48D8-B1DD-A6BAD968D5B4}">
  <we:reference id="wa200003233" version="2.0.0.3" store="en-US" storeType="OMEX"/>
  <we:alternateReferences>
    <we:reference id="WA200003233" version="2.0.0.3" store="WA200003233" storeType="OMEX"/>
  </we:alternateReferences>
  <we:properties>
    <we:property name="pptInsertionSessionID" value="&quot;59B655CF-B512-47DA-B7FD-D52B9F0D188D&quot;"/>
    <we:property name="reportUrl" value="&quot;/groups/4ad29180-66dd-4940-b2ce-6612945bc940/reports/e8e114b4-c81d-4249-90fc-d34cced4cfb8/b8f702e7eb74d3c77a52&quot;"/>
    <we:property name="reportName" value="&quot;PowerPointExport&quot;"/>
    <we:property name="reportState" value="&quot;CONNECTED&quot;"/>
    <we:property name="embedUrl" value="&quot;/reportEmbed?reportId=e8e114b4-c81d-4249-90fc-d34cced4cfb8&amp;groupId=4ad29180-66dd-4940-b2ce-6612945bc940&amp;w=2&amp;config=eyJjbHVzdGVyVXJsIjoiaHR0cHM6Ly9XQUJJLVVLLVNPVVRILUItUFJJTUFSWS1yZWRpcmVjdC5hbmFseXNpcy53aW5kb3dzLm5ldCIsImVtYmVkRmVhdHVyZXMiOnsidXNhZ2VNZXRyaWNzVk5leHQiOnRydWV9fQ%3D%3D&amp;disableSensitivityBanner=true&amp;storytellingChangeViewModeShortcutKeys=true&quot;"/>
    <we:property name="pageName" value="&quot;b8f702e7eb74d3c77a52&quot;"/>
    <we:property name="pageDisplayName" value="&quot;All Years Top 10&quot;"/>
    <we:property name="datasetId" value="&quot;1689c48a-f064-4162-b97a-f33f55730a5a&quot;"/>
    <we:property name="backgroundColor" value="&quot;#FFFFFF&quot;"/>
    <we:property name="bookmark" value="&quot;H4sIAAAAAAAAA+1Z227bRhD9FYEveSEKXpZc0m+OYgctmtSNDRdFkIfh7lBmTZHscqlaNfTvnV3qYim2IsSKYaAUBIG7O5w5cz2UdO/Iom1KmH+EKTonztu6vp2Cuh35jutU/V7GMowTIcIgieMoClmQCjqtG13UVeuc3Dsa1AT1ddF2UBpFtPn5i+tAWV7AxKxyKFt0nQZVW1dQFv9iL0xHWnW4cB28a8pagVF5qUGjUTsjcVoTBP+nkCyC0MUML1HofjdLcu4FyDHjTIaCc4gCEmt7AYvsURHaz4tSk3YrMj+7axQhvl85HIiAyUSkWSz80Oci9IQxr+eNOR0TukmtCgElbfaKjJ7rFdrAdc5VPbUal2HVJHlW6ULPaXGlQNyiPJthpVs6uLJ6vQVF7I8bVGhvHNeVLHo/752f7aeBiW3bu2ZFym66c2JWl3WnBH7CfLOwEBYU5gtVUxIsDGt/ZAEujO1rKDubOVL9a0FOkX/GLbNN4m9+wXZKoEbvsMI35pYvC/roU/fA+kGonojFPoSuc1P/M1ZI0ZfOib9w1+liXpbQmzGe8jCQceJz2KTrVM6gEnTP84COocRKgtrF+Ccu97bRmbjMbIlTIjUU1bLYIi45z0UaAxN5yjGG0JZ6W1STctkUtvTtVV8ZjsY7ndV3pueyv6i4jaaFsZlA7mU5hglL00BiFKPkT1f3twLyAaHtFB4akQtQuhBFY3t2NyyfcFK0hAHl6LyoivbGwNkNk2fDtNd1AUp+7TfLWUKJFl6QhYFIIfL97Jt+X9XNx4Mbtu2yvztUc9O327FYHdD176uLfZqah61/gXVT4oOedzdy/pbgVnC3ZsQllhSL75gAzW6S1kYqGg7uCkheYCkdY+k3JVG9nVtT7wq1mrvBbkwOK5wNDv/AajEYKGvUT55Nex+E4GHQ9gb3xw7U/eG02CEr8WkF6xpbLI4wSZfe78W0236bGZqGOTDpiyjAhPMk8GL/mZT3qlLznmY3qsN47gNN+qPx2+NZWcN5hNRe4ZR+YVSn9NxHj42j0/ffwxjaNN3ZDlnS4qiz7FnhJR9IDjyesYT5POB5KAC9lO15Mh04bOCwgcMGDjuQw85xOrDYwGI/nsWyPI0QI8EY5CDpazgTwzexgcUGFnsRFhtm+jDTjz/TvRQZBCLmSeTJWILwmP/0TF+VLZMphEKIDL0oA+KEmP9PH77WPyC4r/Dp7MV75li/BMu66vT4hky98gayBLkB6ExRTazRutNtAwIvoOrLtun1FWjlKAVAKZPLa9sfj1SP/SttRVT0+g/+58lLwhsAAA==&quot;"/>
    <we:property name="initialStateBookmark" value="&quot;H4sIAAAAAAAAA+1ZbW/iRhD+K8hf7guq/AZr5xvHkVN7TUKTKFV1OlXj3THZxtjuek1DI/57Z9e8BC7h0IWLItUIIe96PPPM67PAgyNkVWYwP4cpOifO+6K4m4K663hO18mXexcXn84Gl5/+PB+cjWi7KLUs8so5eXA0qAnqG1nVkBkNtPn5S9eBLBvDxKxSyCrsOiWqqsghk/9iI0y3tKpx0XXwvswKBUbllQaNRu2MxGlNtr2fArIIXMsZXiHXzW4Spcz1kWHCQhFwxqDnk1jVCFhkT4rQfiozTdqtyHx0XypC/LDy1Od+KCIeJ33uBR7jgcuNeT0vzd0hoZsUSnLIaLNRZPTcrND6XedUFVOrcRlPTZKjXEs9p8W1An6HYjTDXFd049rqdRcUsd9vUaF9cFjkQjZ+Pjg/208DE6uqcc2KZPV0545ZXRW14niJ6WZhISwozGNVUBIsDGu/YwEujO0byGqbOVL9qySnyD/jltkm8Xe/YDUlUJ0PmOM788iXBX00qXtk/SBUz8RiH8Kuc1v8M1RI0RfOibfortMVuklE7zBkMQt80Y88Bpt0DcQMck7PvAzoEDLMBahdjH/gcm8bnYnLzJY4JVKDzJfF1mOCsZTHfQh5GjPsQ2BLvZL5JFs2hS19e9VUhqPxXifFvem55C8qbqNpYWxGkLpJikEUxrEvsNdHwZ6v7m8F5AyhqhUeGpExKC25LG3P7oblEieyIgwoOqcyl9WtgbMbJteGaa/rHJT42u8wDSNKNHf9JPB5DD3PS77p93VRnh/csFWd/F2jmpu+3Y7F6gZd/7a62KepfNz6YyzKDB/1fHcj520JbgV3a0ZcYUax+I4JUO4maW0kp+HQXQFJJWbCMZYulED1fm5NfZBqNXf93ZgcVjgbHN6B1WIwUNaon1yb9iYI/uOg7Q3ujx2o+8NpsUOS4fMK1jW2WBxhki6934tpt/02MzQOUgiFx3s+RoxFvtv3Xkh5byo1H2l2ozqM585o0h+N357OyhrOE6T2Bqf0K6Ma0LmPjo2dwcfvYQxtmm60Q5a0OOose1F4yQeSA5clYRR6zGdpwAHdONxzMm05rOWwlsNaDjuQw05x2rJYy2I/nsWSNO4h9ngYQgqCvoaHvP0m1rJYy2KvwmLtTG9n+vFnuhtjCD7vs6jnir4A7obe8zN9VbahiCHgnCfo9hIgTuiz/+nha/0DQvcNns5evWeO9UuwKPJaD2/J1BtvIEuQG4DOFNXEGi1qXZXAcQx5U7Zlo0+ilaMUAKVMLK9tfzxRPfavNMcaofjIJa/tecD8wbYiNnr9B3E3OYXrGwAA&quot;"/>
    <we:property name="isFiltersActionButtonVisible" value="true"/>
    <we:property name="isVisualContainerHeaderHidden" value="false"/>
    <we:property name="reportEmbeddedTime" value="&quot;2025-12-28T12:21:13.995Z&quot;"/>
    <we:property name="creatorTenantId" value="&quot;fc9cc07e-089b-4368-9c23-5a6e80f993a4&quot;"/>
    <we:property name="creatorUserId" value="&quot;10032000C448CEE6&quot;"/>
    <we:property name="creatorSessionId" value="&quot;a25fdcb0-4a7b-43d1-b157-d6f9d87e932a&quot;"/>
    <we:property name="artifactViewState" value="&quot;live&quot;"/>
  </we:properties>
  <we:bindings/>
  <we:snapshot xmlns:r="http://schemas.openxmlformats.org/officeDocument/2006/relationships"/>
</we:webextension>
</file>

<file path=ppt/webextensions/webextension7.xml><?xml version="1.0" encoding="utf-8"?>
<we:webextension xmlns:we="http://schemas.microsoft.com/office/webextensions/webextension/2010/11" id="{7CB9CD9A-10A4-4D28-9296-FF7ED8D7D0AB}">
  <we:reference id="wa200003233" version="2.0.0.3" store="en-US" storeType="OMEX"/>
  <we:alternateReferences>
    <we:reference id="WA200003233" version="2.0.0.3" store="WA200003233" storeType="OMEX"/>
  </we:alternateReferences>
  <we:properties>
    <we:property name="pptInsertionSessionID" value="&quot;59B655CF-B512-47DA-B7FD-D52B9F0D188D&quot;"/>
    <we:property name="reportUrl" value="&quot;/groups/4ad29180-66dd-4940-b2ce-6612945bc940/reports/e8e114b4-c81d-4249-90fc-d34cced4cfb8/e4f4b35d4df869fa21ce&quot;"/>
    <we:property name="reportName" value="&quot;PowerPointExport&quot;"/>
    <we:property name="reportState" value="&quot;CONNECTED&quot;"/>
    <we:property name="embedUrl" value="&quot;/reportEmbed?reportId=e8e114b4-c81d-4249-90fc-d34cced4cfb8&amp;groupId=4ad29180-66dd-4940-b2ce-6612945bc940&amp;w=2&amp;config=eyJjbHVzdGVyVXJsIjoiaHR0cHM6Ly9XQUJJLVVLLVNPVVRILUItUFJJTUFSWS1yZWRpcmVjdC5hbmFseXNpcy53aW5kb3dzLm5ldCIsImVtYmVkRmVhdHVyZXMiOnsidXNhZ2VNZXRyaWNzVk5leHQiOnRydWV9fQ%3D%3D&amp;disableSensitivityBanner=true&amp;storytellingChangeViewModeShortcutKeys=true&quot;"/>
    <we:property name="pageName" value="&quot;e4f4b35d4df869fa21ce&quot;"/>
    <we:property name="pageDisplayName" value="&quot;Top10 1&quot;"/>
    <we:property name="datasetId" value="&quot;1689c48a-f064-4162-b97a-f33f55730a5a&quot;"/>
    <we:property name="backgroundColor" value="&quot;#FFFFFF&quot;"/>
    <we:property name="bookmark" value="&quot;H4sIAAAAAAAAA+1Z227bRhD9FYEveSEKLu/0m6PYQVsnVW3DRVHkYS9DaWuKZJcrVaqhf+/s0rpGUoVYMQyUhiHsZThz9szOHEJ6coRs6oLOP9MxOBfO+6p6HFP12COO65TtWuL5Cck5JcxjGWOchyzC3arWsiob5+LJ0VQNQT/IZkIL4wgX//jiOrQoBnRoZjktGnCdGlRTlbSQ/0BrjFtaTWDhOjCri0pR4/JOUw3G7RTNcY4QyA8BRqRcyyncAdftKoR5yIJIhCJP4yynPuGAZk1rYJHtNcH1XBYavZshm1/NaoWIn5YH9rkfipRnLOYkIAkPPG7C63ltdvuIblgpyWmBi60j4+dhidZ3nWtVja3HZ1o1Wl6VWuo5Tu4V5Y8grqZQ6gY37q1fb4GM/TYCBfbBflUK2Z7zyfnRfhqY0DTt0axJMRnv7JjZXTVRHG4hX08shAXSPFAVJsHCsPF7FuDCxH6gxcRmDl3fSDwUns8cyyyj+bufoBkjqN4HKOGdeeTLAj/a1G1EPwnVAS6OIXSdUfV3XwGyL5wLsnBX6Qo9luJ/GCZZEvgiTklC1+m6FFNacnzm1FzxzVz1aQGloOqkNPWrcU2VbHZnP8sSIXuucwO5PpmjVeb4Li+/AwIya7dyOLIO9+TL9/zoBq3OkKQVCYdwbGfGhJva8kZ2NJXlc6HlCYkjTkQIXhhAFHt+QM16I8th8dwQbNnbUUu3o2GmWTUz/Yb9iYVtPC1MzCCN/Agy5kNGgPAgCWL/cGV/fRm2CfkEtJkoOJWRAVVaclnbfrVLyy0MZYMYQPSuZSmbkYGzS5NnaTp6dE6V+PrcmQhIyLiAQNAkJYwkUfKf576v6s8nF0AzYX9NQM1NHWxzsdzA8a/LwTFP9WYpDaCqC9goJHdtR7YMt8jdKrw7KJCLb+h+9W6SVkFKbIzuEkguoRCOifSLEqDez22oD1ItNcff5eS0i7PGQU68LQYDZg3rybNpb0nwN0k7Su73FZPjdFrslBVw2MHqjp2lQT2f/iim3fJb60cW5DQUhEc+pEmS+l5MXij3byo1H7F3gzpN4z9hpz+btu/PygrOHkF/g136lVFd4jsvvjL3Lj9+i2JoU3RXO2KJk7P2shfRi2dAOxFSGsdpkLI0SLLYj6Mw6DSs07BOwzoNe7GGXcO4U7FOxb6/ivEgTtKIxYTnhLPIi7kIOxXrVKxTsddQsa6ndz39/D2dpiKBKPDyzOeeRxIK4B3u6ctrG4qMBpxzBl7E8JEoTv6nL1+rLxDcN/h29uo1c65vgkVVTnR/hKHeeAFZgVwDdMaghjZoNdFNTTkMaNle27r1J6H9mW6G2iAMG3Zs62PP7bE/Iy6FCv/+Ba2txOa+HAAA&quot;"/>
    <we:property name="initialStateBookmark" value="&quot;H4sIAAAAAAAAA+1Z227jNhD9FUMv+yIUou7Om9frLNrc3CRIURSLgiJHNhtZUinaazfwv3dI+b62a2y8QYAqCAyRGs2cOcOZI9gvFhdVmdHZLR2BdWF9LIrnEZXPLWLZVr7Yu7u7uuncX/1527np4XZRKlHklXXxYikqB6CeRDWmmfaAm398sS2aZX060KuUZhXYVgmyKnKaiX+gNsZbSo5hblswLbNCUu3yQVEF2u0EzXGNsclPHkakTIkJPABT9S74qZ94Afd5GoftlLqEAZpVtYFBttcE91ORKfSuL5NZb1pKRPyyzNRlrs9j1k5CRjwSMc9hOryalfpuF9ENCikYzXCzdqT9PC3RurZ1KYuR8bjgU6FlL1dCzXDxKCl7Bt6bQK4qvPFo/DpzZOy3IUgwD3aLnIs6zxfrZ/OpYUJV1akZk2w82rmjVw/FWDK4h3S9MBDmSHNfFlgEA8PEbxmAcx37iWZjUzl0fS0wKcxPp6W30fzDL1CNEFTrE+TwQT/yZY4fdek2op+E6gAXxxDa1rD42pWA7HPrgsztVbl8J4nx3/ejduS5PIxJRNfl6vAJzRk+c2qt2GatujSDnFN5Upm6xaikUlS7qyuRI2THtq4hVSdztKoc2+Xld0BAeu9eDIbG4Z56uY4bXKPVGYq0IuEQju3K6HAT097IjqIiXzRaGpEwYIT74PgeBKHjelTvVyIfZIuBYNreXNV0WwqmKimmet4kf2Fja09zHdOLAzeAduJCmwBhXuSF7uHO/vYwbBNyA7QaSziVkT6VSjBRmnm1S8s9DESFGIC3LkUuqqGGs0uTY2g6mjqjkn+bd5t7xE8YB4/TKCYJiYLoP/N+LMrbkxugGid/j0HOdB9sc7G8gde/Li+OeSo3W6kPRZnBRiPZazuyZbhF7lbjPUCGXHzH9Ct3i7QKkuNgtJdAUgEZt3SkO8lBfpyZUJ+EXGqOu8vJaQdnjYOceFo0Bqwa9pNjyl6T4G6SdpTcHysmx+k02GmSwWEHqzN2lgG1yP4opt32W+tH20upzwkLXIijKHadkLxS7t9VaT7j7AZ5msbf4KQ/m7bvr8oKzh5Bf4dT+o1RdfCdF1+ZW53P36MYSjddb0cscXHWWfYqejEHtOM+pWEYe3ESe1E7dMPA9xoNazSs0bBGw16tYZcwalSsUbEfr2LMC6M4SELCUsKSwAkZ9xsVa1SsUbG3ULFmpjcz/fwzncY8gsBz0rbLHIdEFMA5PNOXx9bnbeoxxhJwggQfCcLof/rytfoCwX6Hb2dv3jPn+iaYF/lYdYcY6p03kBHINUBrBHJgghZjVZWUQZ/m9bEta38C6p/ppqgNXLNhrk1/7Dk95mdEywRBfsRC1448oH9cXAob/v0LyofnIeccAAA=&quot;"/>
    <we:property name="isFiltersActionButtonVisible" value="true"/>
    <we:property name="isVisualContainerHeaderHidden" value="false"/>
    <we:property name="reportEmbeddedTime" value="&quot;2025-12-28T12:21:36.837Z&quot;"/>
    <we:property name="creatorTenantId" value="&quot;fc9cc07e-089b-4368-9c23-5a6e80f993a4&quot;"/>
    <we:property name="creatorUserId" value="&quot;10032000C448CEE6&quot;"/>
    <we:property name="creatorSessionId" value="&quot;1879e6ce-ddbe-44a5-9eb4-7d4354719301&quot;"/>
    <we:property name="artifactViewState" value="&quot;live&quot;"/>
  </we:properties>
  <we:bindings/>
  <we:snapshot xmlns:r="http://schemas.openxmlformats.org/officeDocument/2006/relationships"/>
</we:webextension>
</file>

<file path=ppt/webextensions/webextension8.xml><?xml version="1.0" encoding="utf-8"?>
<we:webextension xmlns:we="http://schemas.microsoft.com/office/webextensions/webextension/2010/11" id="{E3DDF892-5452-4B29-841E-17A480112F65}">
  <we:reference id="wa200003233" version="2.0.0.3" store="en-US" storeType="OMEX"/>
  <we:alternateReferences>
    <we:reference id="WA200003233" version="2.0.0.3" store="WA200003233" storeType="OMEX"/>
  </we:alternateReferences>
  <we:properties>
    <we:property name="pptInsertionSessionID" value="&quot;59B655CF-B512-47DA-B7FD-D52B9F0D188D&quot;"/>
    <we:property name="reportUrl" value="&quot;/groups/4ad29180-66dd-4940-b2ce-6612945bc940/reports/e8e114b4-c81d-4249-90fc-d34cced4cfb8/f5476efb13246a0bc1c8&quot;"/>
    <we:property name="reportName" value="&quot;PowerPointExport&quot;"/>
    <we:property name="reportState" value="&quot;CONNECTED&quot;"/>
    <we:property name="embedUrl" value="&quot;/reportEmbed?reportId=e8e114b4-c81d-4249-90fc-d34cced4cfb8&amp;groupId=4ad29180-66dd-4940-b2ce-6612945bc940&amp;w=2&amp;config=eyJjbHVzdGVyVXJsIjoiaHR0cHM6Ly9XQUJJLVVLLVNPVVRILUItUFJJTUFSWS1yZWRpcmVjdC5hbmFseXNpcy53aW5kb3dzLm5ldCIsImVtYmVkRmVhdHVyZXMiOnsidXNhZ2VNZXRyaWNzVk5leHQiOnRydWV9fQ%3D%3D&amp;disableSensitivityBanner=true&amp;storytellingChangeViewModeShortcutKeys=true&quot;"/>
    <we:property name="pageName" value="&quot;f5476efb13246a0bc1c8&quot;"/>
    <we:property name="pageDisplayName" value="&quot;Top 10&quot;"/>
    <we:property name="datasetId" value="&quot;1689c48a-f064-4162-b97a-f33f55730a5a&quot;"/>
    <we:property name="backgroundColor" value="&quot;#FFFFFF&quot;"/>
    <we:property name="bookmark" value="&quot;H4sIAAAAAAAAA+1b32/bNhD+VwK99MUYRFKSpb6laVpsa7usKToMRR+O5MnRKksaJWXJCv/vO1J2Yru25za/ipR+kijy+N19d8cvIPI50EXblHD5BqYYPA2e1fWnKZhPBywYBdUwlqECEGmcpbFEmccaQ/u1brqirtrg6eegAzPB7n3R9lBaQzT44eMogLI8gYl9y6FscRQ0aNq6grL4F4fJ9KkzPc5GAV40ZW3AmjztoENr9pym0ztBYD8J2hFUV5zjKapuGM3jaJxgLpngUQKhVEylNK0dJjhkG6fY8aLsyLp9lJfHF40hxJ8XDksZoVSY6TGHhKtQaRWS3e6ysV8P9TlUCjWNDFaskfcLqHwUvDD11Jmbx1TRzOOqK7pLejmCEisNhsbeOXvhjCL1xxkadGuO6koXg3/2ZdqAKdr1t1+LStPKUfAK8274VPZTN8n6gm07N3Ba90bhW8yvXxygGUX8xNTEhwP1JxIgO/a2mJw5g68KcgxK5xqUvV3FQx6/oln0+zgQtrTRXgC+DMI2HGf1P0cGKQ3ITTYbXTGTZpbAHCDLUyXShElQ18wc0YJJbQpFwPclp1sm550B9Qn18TlWXbsXQz+v+dzOp3wNHd16GNz+Bw7gzO7tGLCWP2wk5skv2E4J1MFzrPCJXfLxFjhajcUuhOt02Z3PXXlTqDooqnmhKWA8p5rKNCaglVKCse21OOf0Xd282ZvMtpd/92guLaerLi4+0PPvi4ddlprltDjBuilxKR9G1/PYykQwXaGKxrWx1fw5xZLa0jdkR7Me+6tNKkqc0QJIXmCpA7vTb0ajeXbptnpemEW35OsxeY3Q9gb3xsHWgbzFSdESK6gPXhRV0Z5ZEmcuY4k1yoRwZlcMQeDLQdsZ3Lsttt3hdNhBlrjdwFWO3UonnHu/E9NqfYVL7TATOUSaqZhjOh6nPEyYuFk7/K6oeUmHBJr9euBrOlJurfdtZuUKzvbzKRMZggDBUGuphUpVCDcjBJYJOZzgS1P3TVFN7u94gvU4EIoDB2PP06mvitrcGjcrMdiBbANJXwo4/IaOuKXb79ccN9TyfaI6JElNivzg8OUGLJaZlsJazsW5k+DuaUg0kvnUGY8vrPaXf9G5Yo9sWlPf6oFzo/CSDza9EjmGNOKSqwwzqSHmkRcaXmh4oeGFxiMRGoxJnWKomUwVp7+GIcp/eKFxil5oeKFxn0IDIlSx4ONMpxkonkEWhl5oeKHhhYYXGo9EaICMuYpjYiMOWc54hAn+6ELjPdqxyisNrzTuS2mwWIeZgLEUmZY8Bsk4eKXhlYZXGl5p3FhpvMDpd6E1/O2Jvz3xUuOhpYbUOY84MuQCMEzyMJGJlxpeanip4aXGo5Ea/v7E3594qfHQUiNVGEeCKxVpCJOMxSLJvdTwUsNLDS81Ho3U8Dco/gbFa40H1xpynOccUCspUojsRQqI7VpjXrsRT4VIExiHWsRZmIiIZw9Zu2/q7stI3UlBf0WnrfqyXBTy3Zbylm67XDGrnNx/T7n36t2zp/xvHauyH8wMUTo6o033LGq2XtR3E+ihjhORjcM8Ges4yqQKpY5DdxO607n2DBpc9cbaysegOYuiSPI0CWMQPObfZsuZux4Jpmgmjt+679oGFJ5ANdRzMzhXoJtHeQGU03r+7NrHhhJz/z+70Jf0+w/EzuTUtzsAAA==&quot;"/>
    <we:property name="initialStateBookmark" value="&quot;H4sIAAAAAAAAA+1b227bOBD9lUAvfTEWInWx1Lc0TYLdNmk2KbpYFMViSI4cbmRJq0vabOF/3yFlJ7Zre91ci5R5kihyeGbOzPAEhL96SjdVDlfHMEbvpfeqLC/GUF/sMG/gFdOxd+/eHO2evvnrePdon4bLqtVl0Xgvv3ot1CNsP+img9xYoMGPnwYe5PkJjMxbBnmDA6/CuikLyPW/2E+mT23d4WTg4ZcqL2swJs9aaNGYvaTp9E57s18C2hFkqy/xDGXbj2ZROIwxEyzgYQy+kEwmNK3pJ1hkK6eYcZ23ZN08iqv9L1VNiL/OPBUiRCExVUMOMZe+VNInu+1VZb7uqksoJCoa6a0YIx9mUPnAO6jLsTU3DaakmftFq9sretmDHAsFNY29t/b8CUXqj3Os0a7ZKwule//My7iCWjfLb290oWjlwHuLWdt/yruxnWR8waaZGjgru1riKWY3LxbQhCJ+UpfEhwX1JxIgM3aqR+fW4FtNjkFuXYO8M6u4z6O3NIv+PvWEzW20FYBvg7AOx3n5ea9GSgNyk00G18wkqSEwA0izRAZJzATIG2b2aMGorLUk4NuS086T874GeYFq/xKLttmKoV+XfG6mU76HjnY5DHb/HQtwYva2DBjLH1cS8+I3bMYEauc1FvjCLPl0DxwtxmITwmW6zM6XtrwpVC3oYlpoEhjPqKZShTEoKWXA2PpanHL6vqyOtyaz6cQ/HdZXhtNFF2cf6Pn32cMmS9V8WpxgWeU4lw+Dm3lsYSLUrZa6sm1sMX/OMKe2dIvsqJZjf71JQYkzmAHJNObKMzu9qxXWr67sVq91PeuWfDkmRwhNV+PWONgykFMc6YZYQbVzoAvdnBsSJzZjiTXKBH9iVvRB4PNB2xjchy22zeG02EHkuN7AdY7dSyecer8R02J9+XPtMA0yCBWTEcdkOEy4H7Pgbu3wh6LmkA4JrLfrgUd0pNxb71vNyjWc9edTGqQIAQQMlRIqkIn04W6EwDwhuyM8rMuu0sXo8Y4nWI4DodixMLY8nbpCl/W9cbMQgw3IVpD0rYDDW3TENd1+u+a4opYfE9UuSWpS5Du7hyuwGGYaCms+FedWgtunPtFI5lNn3P9itL/4m84Vc2TTmvJeD5w7hZd8MOkViyEkIRdcppgKBREPndBwQsMJDSc0nonQYEyoBH3FRCI5/TcMYfbTC40zdELDCY3HFBoQoowCPkxVkoLkKaS+74SGExpOaDih8UyEBoiIyygiNiKfZYyHGOPPLjQ+oBkrnNJwSuOxlAaLlJ8GMBRBqgSPQDAOTmk4peGUhlMad1YaBzj+IbSGuz1xtydOajy11BAq4yFHhjwA9OPMj0XspIaTGk5qOKnxbKSGuz9x9ydOajy11EgkRmHApQwV+HHKoiDOnNRwUsNJDSc1no3UcDco7gbFaY0n1xpimGUcUEkRJBCaixQI1muNae2GPAmCJIahr4Io9eMg5OlT1u5x2X4bqQcp6O/otEWX57NCfthSXtNt5ytmkZPH7ymPXr1b9pT/rWOZd72ZPkp757TplkXNlov6YQLd13EcpEM/i4cqClMhfaEi396EbnSuOYcKF70xtrIhKM7CMBQ8if0IAh7x29my5m5GvDHWI8tv2bVNBRJPoOjrueqd02jnUV4A5bSaPtv2saLE7O9nPbsJYdFTObphgflV7UyP0t9/8Vu1YuA7AAA=&quot;"/>
    <we:property name="isFiltersActionButtonVisible" value="true"/>
    <we:property name="isVisualContainerHeaderHidden" value="false"/>
    <we:property name="reportEmbeddedTime" value="&quot;2025-12-28T12:21:58.118Z&quot;"/>
    <we:property name="creatorTenantId" value="&quot;fc9cc07e-089b-4368-9c23-5a6e80f993a4&quot;"/>
    <we:property name="creatorUserId" value="&quot;10032000C448CEE6&quot;"/>
    <we:property name="creatorSessionId" value="&quot;a05593b4-6fff-45b6-baaf-6800f659711e&quot;"/>
    <we:property name="artifactViewState" value="&quot;live&quot;"/>
  </we:properties>
  <we:bindings/>
  <we:snapshot xmlns:r="http://schemas.openxmlformats.org/officeDocument/2006/relationships"/>
</we:webextension>
</file>

<file path=ppt/webextensions/webextension9.xml><?xml version="1.0" encoding="utf-8"?>
<we:webextension xmlns:we="http://schemas.microsoft.com/office/webextensions/webextension/2010/11" id="{5173D5CB-DF79-436A-9178-76E838A7085A}">
  <we:reference id="wa200003233" version="2.0.0.3" store="en-US" storeType="OMEX"/>
  <we:alternateReferences>
    <we:reference id="WA200003233" version="2.0.0.3" store="WA200003233" storeType="OMEX"/>
  </we:alternateReferences>
  <we:properties>
    <we:property name="pptInsertionSessionID" value="&quot;59B655CF-B512-47DA-B7FD-D52B9F0D188D&quot;"/>
    <we:property name="reportUrl" value="&quot;/groups/4ad29180-66dd-4940-b2ce-6612945bc940/reports/e8e114b4-c81d-4249-90fc-d34cced4cfb8/c6d442f1db1e80271832&quot;"/>
    <we:property name="reportName" value="&quot;PowerPointExport&quot;"/>
    <we:property name="reportState" value="&quot;CONNECTED&quot;"/>
    <we:property name="embedUrl" value="&quot;/reportEmbed?reportId=e8e114b4-c81d-4249-90fc-d34cced4cfb8&amp;groupId=4ad29180-66dd-4940-b2ce-6612945bc940&amp;w=2&amp;config=eyJjbHVzdGVyVXJsIjoiaHR0cHM6Ly9XQUJJLVVLLVNPVVRILUItUFJJTUFSWS1yZWRpcmVjdC5hbmFseXNpcy53aW5kb3dzLm5ldCIsImVtYmVkRmVhdHVyZXMiOnsidXNhZ2VNZXRyaWNzVk5leHQiOnRydWV9fQ%3D%3D&amp;disableSensitivityBanner=true&amp;storytellingChangeViewModeShortcutKeys=true&quot;"/>
    <we:property name="pageName" value="&quot;c6d442f1db1e80271832&quot;"/>
    <we:property name="pageDisplayName" value="&quot;Volunteers&quot;"/>
    <we:property name="datasetId" value="&quot;1689c48a-f064-4162-b97a-f33f55730a5a&quot;"/>
    <we:property name="backgroundColor" value="&quot;#E6E6E6&quot;"/>
    <we:property name="bookmark" value="&quot;H4sIAAAAAAAAA91WTU/cMBD9KytfellVyeZjN9xgoVKrfqCCqKqKw8QeLy6JHTnOli3a/96xEwRsgW5pKVIviT2ezLx58+z4kgnVNhWs3kONbIftGXNegz0fxWzMdG/LIxQJz3OMZpNUZlGW8JJWTeOU0S3buWQO7ALdiWo7qHwgMn45HTOoqkNY+JmEqsUxa9C2RkOlvmPvTEvOdrgeM7xoKmPBhzxy4NCHXZI7zQlC/DKhjMCdWuIRctdbeS7SdCJjUcY4iybTeJZMyK3tHQKyO13ILlXlKLoflquDi8YS4surggs5QeR5FGdTKTOJMQgf160avzondAtjFYeKjH0gH+fkCu1kzF5ZU4eIA62OPA+0U25Fk2ML/BzFwRK1a2nhOMSN1sTYpzO0GD6cGy1UX+clex2eHia2bV9acKm6emPFz45MZzl+RHk9CRDWRPOhNdSEACPkHwWAa5/7BKoudI5Cv1VUFNXny/Jmcn/xBtuaQI32UeML/8npmh59625k3wrVPVw8hHDMzsy3uUViX7CdOGReBhERVQ6UHtqZpPGU5zKSZRKl02lZpqXw9lbpRTXILogrjHrumcMLV5oLr+ryK8nHR1r7nFmeinw2jUuZT3IhJYmi/GU0VZPqf46V87IoCh4nSQ5Jnmc8S/F+LQ5q2xVL0JxK3uR5d7GwuIAriRz8QRMeYD8YX3V62HLZZh+i9fjXUH8PzRwq1ALsJp7PONhu5/c6eLAbPGSfn4F1t3tCEyvQ7q0C3/vKXh0s8fgJ6Bzg+53Wn2O09vXGSTUcK6vtt/a2jJ0G9cVpEc1kDDKCvJzGMRYie7z6nrSlW0jqHULbWdwWwCE1X3HV9NtlA8WHpT/rqtGufy9wdEK1aYeelEfIraKTaF51LZGKoqdpburS/I4AJ5sC/GflPp88IYVcJFNeiBSKLCuglP+7PI/4GdZAcejvgzq43Lgm0D3HeFSrTVgfO+1/diOaXzfv0VJ9eln+5TKfSaJBpdcssRrpzusHpnNtAxwPQfdXt6b/XmHwI2GAFiiGcbgq3nG9CjdkFtKEbD8A41Pcp5kLAAA=&quot;"/>
    <we:property name="initialStateBookmark" value="&quot;H4sIAAAAAAAAA91W30/bMBD+Vyq/7KWamjZJCW9dV6SNMRAgpmlC08W+FINjR47T0aH+7zs7QbCOHx0bQ9pLa5/Pd99999nxFROyrhQsP0KJbJu9MeaiBHvRi1if6c62v7+7Nznc/fpxsjcjs6mcNLpm21fMgZ2jO5F1A8pHIOOX0z4DpQ5g7mcFqBr7rEJbGw1KfsfWmZacbXDVZ3hZKWPBhzxy4NCHXZA7zSl39HpEGYE7ucAj5K618lTE8bCIRB7h1mA4jrZGQ3KrW4eA7E4XshdSOYruh/lydllZQnx1XWlWDBF5OoiScVEkBUYgfFy3rPzqlNDNjZUcFBnbQD7OyTXaYZ/tWFOGiB2fjjxn2km3pMmxBX6BYrZA7WpaOA5xByti7NMZWgwbp0YL2dZ5xd6FXw8T67otLbioplxb8bMj01iOh1jcTAKEFdF8YA01IcAI+XsB4MrnPgHVhM5R6A+SiqL6fFneTO6v3mNdEqjeW9T4ym85XdFP27pb2TdCdQ8XDyHsszPzbWqR2BdsOwqZF0FERJUDqbt2juJozNNiUOSjQTwe53mcC2+vpZ6rTnZBXGHUcs8cXrrcXHpV5+ckHx9p5XMmaSzSrXGUF+kwFUVBosgfjSZLUv2vsVKeZ1nGo9EohVGaJjyJ8X4tdmqbiAVoTiWv8zyZzy3O4Voisz9owgPsB+NOo7sjl6z3YbDqPw7199BMQaEWYNfxfMbO9nN+r4MHu8FD9ukZWPdzT2hiBdo3y8D3W2mvL5ao/wx0dvD9SWvvMVo7v3VTddfKcvOjvSljp0F9UZwNtooIigGk+TiKMBPJ09X3rC3dQFJ7CHVjcVMAB9R8yWXVHpc1FPsLf9ep3sT/z7F3QrVph56UJ8hN0U00VU1NpKJoaZqaMje/I8DhugD/WbkvJ0+IIRWjMc9EDFmSZJAX/7s8j/gZlkBx6OuDOrjceibQO8d4VMt1WIeN9h+7Hs1vmvdkqT6/LP9ymS8k0aDSG5ZYifTm9QPTuLoCjgeg26db1e6XGPxIGKAFim4cnop3PK/CC5mFJNQjmSt8ZIN/N7MAK6D7AeUsNETCCwAA&quot;"/>
    <we:property name="isFiltersActionButtonVisible" value="true"/>
    <we:property name="isVisualContainerHeaderHidden" value="false"/>
    <we:property name="reportEmbeddedTime" value="&quot;2025-12-28T12:22:16.940Z&quot;"/>
    <we:property name="creatorTenantId" value="&quot;fc9cc07e-089b-4368-9c23-5a6e80f993a4&quot;"/>
    <we:property name="creatorUserId" value="&quot;10032000C448CEE6&quot;"/>
    <we:property name="creatorSessionId" value="&quot;5ee7c0f3-ee8b-4950-b3e1-02a114d13171&quot;"/>
    <we:property name="artifactViewState" value="&quot;live&quot;"/>
  </we:properties>
  <we:bindings/>
  <we:snapshot xmlns:r="http://schemas.openxmlformats.org/officeDocument/2006/relationships"/>
</we:webextension>
</file>

<file path=ppt/webextensions/webextension10.xml><?xml version="1.0" encoding="utf-8"?>
<we:webextension xmlns:we="http://schemas.microsoft.com/office/webextensions/webextension/2010/11" id="{4D807072-52AF-4BAA-9FD6-071FD5505CD1}">
  <we:reference id="wa200003233" version="2.0.0.3" store="en-US" storeType="OMEX"/>
  <we:alternateReferences>
    <we:reference id="WA200003233" version="2.0.0.3" store="WA200003233" storeType="OMEX"/>
  </we:alternateReferences>
  <we:properties>
    <we:property name="pptInsertionSessionID" value="&quot;59B655CF-B512-47DA-B7FD-D52B9F0D188D&quot;"/>
    <we:property name="reportUrl" value="&quot;/groups/4ad29180-66dd-4940-b2ce-6612945bc940/reports/e8e114b4-c81d-4249-90fc-d34cced4cfb8/75f9c5b6771b55eee8e5&quot;"/>
    <we:property name="reportName" value="&quot;PowerPointExport&quot;"/>
    <we:property name="reportState" value="&quot;CONNECTED&quot;"/>
    <we:property name="embedUrl" value="&quot;/reportEmbed?reportId=e8e114b4-c81d-4249-90fc-d34cced4cfb8&amp;groupId=4ad29180-66dd-4940-b2ce-6612945bc940&amp;w=2&amp;config=eyJjbHVzdGVyVXJsIjoiaHR0cHM6Ly9XQUJJLVVLLVNPVVRILUItUFJJTUFSWS1yZWRpcmVjdC5hbmFseXNpcy53aW5kb3dzLm5ldCIsImVtYmVkRmVhdHVyZXMiOnsidXNhZ2VNZXRyaWNzVk5leHQiOnRydWV9fQ%3D%3D&amp;disableSensitivityBanner=true&amp;storytellingChangeViewModeShortcutKeys=true&quot;"/>
    <we:property name="pageName" value="&quot;75f9c5b6771b55eee8e5&quot;"/>
    <we:property name="pageDisplayName" value="&quot;Page 6&quot;"/>
    <we:property name="datasetId" value="&quot;1689c48a-f064-4162-b97a-f33f55730a5a&quot;"/>
    <we:property name="backgroundColor" value="&quot;#FFFFFF&quot;"/>
    <we:property name="bookmark" value="&quot;H4sIAAAAAAAAA81XTW/bOBD9KwYvvQgFqS9LubWOF9g2XRhNkG1R9DCiRg4bmRIo2hs38H/fIWUnXq+TOEiaJgeFH+OZN+9xONI1K1XX1rD8C2bIjtj7prmcgbkcCBYw3a8VciiyUIo8gTRKYl7Rg3ab1qpGd+zomlkwU7TnqptD7RzR4rfvAYO6nsDUzSqoOwxYi6ZrNNTqJ/bGtGXNHFcBw6u2bgw4l6cWLDq3CzKnOUEQbyOKCNKqBZ6itP3qMKlymRTpcCiKJEHEDBMy63oDj2yvCa1Xqrbk3Q2L5fiqNYT4epNwxTHHQlDWvKgqnsR5CuTXLlu3OyJ008YoCTUt9o6cn/MN2jBgf5hm5j2uaZVkOdZW2aV3UKMuwdDamXfJV0TW3xdo0P9m1OhS9Slesz/90yHEruuz8ib1fLaz42anzdxI/IzV7cRHXxHDE9MQ/x7BV6ToKxf1HOq5l4ucnijKhJJyubhlMgx5mJw4y+8revQybYU7CMb/896PJmAXzT8jg0RvyY7EKrjRIwaJWGa5LKIiGcpiKPPoaXrYbT3ODMhLLMcL1LZ7MVHsLg0+/sADPESaNx+wmxGowTFqfPNcGv2Xi/sQ7srlIi98URNVFpRel9cQ06ySvChEWnIsKpRJeXcFrjV9Vy5AS3J8qKCt2FZ0AsYqqVp/nRyk6KiZtWBUtzv7qLTLLmAnWFm39Qmhmxs8VGXCtUOi810jkTY4J2W0RcpqoH96s89qeuGj7NGbuzrcq/BhkO4g5xHotvXmrjz3FuBTTt8EG4q+i+kGsLb34tg6NL+OoL4ybmjaA8gJ1Ck9rdc9zncyP+qPIeskWJJ3dEFxXB8tflDDcoWw2rQ4ivdjq4mtCV4efss8ilGqii/e9a/lyV1PAeNxnou0EkXKpYQKeRaLBxuy4FGcxFkUx3kmQoH0/86G/BvO3xpllFRViFnMI8QqygDyQt6ifJHT+ajyXcMOw6TkCYo4BEGvOxLSuNgL+8Cb+JVexM91D4ev6h7efk3KE6ooEDJOQogykadhnL5WIfnzCbnvRr5PQD2v65eQ8KFOIR7uFBaKGsdXu02iMSWa9307OFZm8z1EGo5/w4H0F7uzvsXIZkgfhG7QzG3X0uv7BHR/RtrepUJvR+yDLrFcj80dkvnPx41m9PcvInMAXLYOAAA=&quot;"/>
    <we:property name="initialStateBookmark" value="&quot;H4sIAAAAAAAAA81XTW/bOBD9KwYvvQiFqC9LuaWuF2iTtEZSZLcoisWIGjlsZEqgaDdu4P/eISUnXq+TOGiaxgdbpMYzb97jzEjXrJBtU8HyA8yQHbA3dX05A3054Mxjqt/7+PHo5PD06N8Phydj2q4bI2vVsoNrZkBP0ZzLdg6V9UCbX756DKpqAlO7KqFq0WMN6rZWUMkf2BnTLaPnuPIYXjVVrcG6PDNg0LpdkDmtKTZ/HVJEEEYu8AyF6XaHcZmJOE+GQ57HMSKmGJNZ2xk4ZDtNaL+UlSHv9jJfjq8aTYiv15mWPmaY8yFP/bws/TjKEiC/ZtnYuyNCN621FFDRZufI+jlfow089peuZ85jz6cgy7Ey0iydgwpVAZr2PjmX/orI+vsCNbr/jGpVyC7Fa/bOfVuE2LZdVs6kms+27tjVWT3XAk+xvF246CtieKJr4t8h+IwUfWWjnkM1d3KR02NJmVBSNhe7TYaBH8TH1vLrir46mTbC7QXj/3nvRuOxi/r7SCPRW7ADvvJu9IhAIBZpJvIwj4ciH4os/DU9zKYenzSISyzGC1SmfTZRzDYNLv7AAdxHmlfvsZ0RqMFbVPjqqTT6Lxf3IdyWy0ZeuKImqgxI1ZfXEJO0FH6e86TwMS9RxMXdFdhrelgsQAlyvK+gDd9UdALaSCEb1072UnRUzxrQst1eHUlls/PYMZbG3jpBaOca91WZcG2RaH1XSKQNzkkZZZCyGqgfzuxUTi9clB16+7YOdyq8H6Q7yHkEuk29fVueOwvwV07fBGuKvo3pBrAy9+LYODS/j6CuMm5o2gHICtRKNa36GecmmbvqjiFrBRiSd3RBcewczb/RwLKFsFqPOIr3bWOI9QQv9+8yj2KUquIf5/r38mTbk8f8KMt4UvI88YWAEv004g8OZO6HURylYRRlKQ840u+dA/kPnL8eZRiXZYBp5IeIZZgCZLm4Rfksp/NR5dvDDoK48GPkUQCcHncEJFG+E/aenfiFNuKn6sPBi+rDm49JWUwVBVxEcQBhyrMkiJKXKqT/dELu6sj3CajmVfUcEj40KfjDk8JAXuH4antI1LpA/aYbB2+lXr8PkYbjP3AgXWO31rcY2QzphdBe1HPTNvT4PgHVnZGmcynR2RH7oAos+mt9h2Tu9ZG5IMSPJFIe+IN9qVxrTJ+fAeWrZN8OAAA=&quot;"/>
    <we:property name="isFiltersActionButtonVisible" value="true"/>
    <we:property name="isVisualContainerHeaderHidden" value="false"/>
    <we:property name="reportEmbeddedTime" value="&quot;2025-12-28T12:22:46.945Z&quot;"/>
    <we:property name="creatorTenantId" value="&quot;fc9cc07e-089b-4368-9c23-5a6e80f993a4&quot;"/>
    <we:property name="creatorUserId" value="&quot;10032000C448CEE6&quot;"/>
    <we:property name="creatorSessionId" value="&quot;e98a8292-8d9b-45fb-a9b4-2ad59af83b56&quot;"/>
    <we:property name="artifactViewState" value="&quot;live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401FCCD92A2F4DABF0A7A3DDB68AD3" ma:contentTypeVersion="10" ma:contentTypeDescription="Create a new document." ma:contentTypeScope="" ma:versionID="a25bd596b5d34207fa516d61a5fca2d8">
  <xsd:schema xmlns:xsd="http://www.w3.org/2001/XMLSchema" xmlns:xs="http://www.w3.org/2001/XMLSchema" xmlns:p="http://schemas.microsoft.com/office/2006/metadata/properties" xmlns:ns2="f94561c3-d341-4378-b5f6-4d4ba67c4f31" xmlns:ns3="f5c65029-1b40-46e4-bb66-d0a3cb614e82" targetNamespace="http://schemas.microsoft.com/office/2006/metadata/properties" ma:root="true" ma:fieldsID="01201052ea16a4fe163ccefded53f37d" ns2:_="" ns3:_="">
    <xsd:import namespace="f94561c3-d341-4378-b5f6-4d4ba67c4f31"/>
    <xsd:import namespace="f5c65029-1b40-46e4-bb66-d0a3cb614e8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4561c3-d341-4378-b5f6-4d4ba67c4f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261cbf2-f115-4782-81ce-7917848ab3a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c65029-1b40-46e4-bb66-d0a3cb614e8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99f3168-1115-4be0-a1f1-e89a59a34314}" ma:internalName="TaxCatchAll" ma:showField="CatchAllData" ma:web="f5c65029-1b40-46e4-bb66-d0a3cb614e8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5c65029-1b40-46e4-bb66-d0a3cb614e82" xsi:nil="true"/>
    <lcf76f155ced4ddcb4097134ff3c332f xmlns="f94561c3-d341-4378-b5f6-4d4ba67c4f3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007DFA6-4500-444D-8522-493B8561381E}"/>
</file>

<file path=customXml/itemProps2.xml><?xml version="1.0" encoding="utf-8"?>
<ds:datastoreItem xmlns:ds="http://schemas.openxmlformats.org/officeDocument/2006/customXml" ds:itemID="{23EEA03B-BE0D-4D99-A545-828D3C0FD802}"/>
</file>

<file path=customXml/itemProps3.xml><?xml version="1.0" encoding="utf-8"?>
<ds:datastoreItem xmlns:ds="http://schemas.openxmlformats.org/officeDocument/2006/customXml" ds:itemID="{29615D3B-EDD8-409C-82A9-C67A896D1901}"/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Waterston, Ross</dc:creator>
  <cp:lastModifiedBy>Waterston, Ross</cp:lastModifiedBy>
  <cp:revision>1</cp:revision>
  <dcterms:created xsi:type="dcterms:W3CDTF">2025-12-28T12:17:59Z</dcterms:created>
  <dcterms:modified xsi:type="dcterms:W3CDTF">2025-12-28T12:23:17Z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0x0101002D401FCCD92A2F4DABF0A7A3DDB68AD3</vt:lpwstr>
  </property>
</Properties>
</file>